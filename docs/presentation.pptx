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Fancy TODO —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Flutter + ASP.NET Core + Cosmos DB</a:t>
            </a:r>
          </a:p>
          <a:p>
            <a:r>
              <a:t>CI/CD with Azure DevOps &amp; Terraform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Process &amp; Work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 (Build • Test • Deploy)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(Unit +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screenshots</a:t>
            </a:r>
          </a:p>
          <a:p>
            <a:r>
              <a:t>• Bullet key points</a:t>
            </a:r>
          </a:p>
          <a:p>
            <a:r>
              <a:t>• Keep it concise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